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7E27-56E7-DAE6-C7EF-FE5B58F9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F05EE-8112-01C5-14FD-E88FCF387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5335C-8CEC-3EC8-D55D-1EB55B16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C781D-508F-572E-4BDD-144BB279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806E-CC69-A31D-D30D-292E95ED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3839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FD01-750C-01FE-E07C-2C3BE2BC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B2F6-36EA-0B41-6C8D-5B94D63F0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5BC4-5232-F07F-5E15-E87DCB21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936B8-62CC-38EB-BF0C-67D81633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6C307-F05E-DF44-CE69-5B3B0B34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96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58D6-6C57-2AFE-E925-FCECD320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7E70E-1EE1-46A9-6250-B71CE1D4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A679-D745-7C24-AD0E-3E3D7D76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4FB7-67B7-0DB0-1A40-965140CE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BF1DF-8B81-4B10-BEE2-4F290D1D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60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D295-EB81-805B-DE04-203FC585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AE56-B502-C37C-A4E2-8FBA66D6D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A2F1-4B95-AAEE-F40D-E3299BA01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836A-0D8F-83B4-ED5A-7497BCED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C90E3-4DB3-9AD4-FAE4-20BA9C60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5F31B-02BB-762B-E50A-0DF00E26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569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F3FB-9D64-4A04-19DA-B17987B8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8FB3D-85FA-77BC-3DFE-4F9A8FC7B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82D0B-FDB2-247E-5726-A06785096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D10EB-A68F-0DB5-C269-437BD9AA1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2C646-BD3B-07A6-7B26-38503CB7F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CCEA5E-776C-4DCF-4C76-8A421AC5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811B8-B737-7D94-3B63-9769CDAC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77E62-9F12-A599-52E8-55B260C8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370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F43D-7226-E7EA-1EFD-1E839097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46F8D-267E-3873-8BEA-3B47D000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703FD-2B2A-95EB-C337-C2F645A1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7DE24-6FCE-1126-0A0E-FE9180E0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573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5A8D5-70DD-E31B-5882-87A788C4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508CA-8462-7267-81A9-7280AF65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9C038-2B5E-92BC-596A-C846990D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978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BBCD-76E9-3CEA-9050-FA41BB7E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CCDAB-41DF-8427-0AF7-BB9CF6403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136EE-002F-9107-A5E6-F9E1457A5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204C3-86B0-0B28-6397-0E1C36EF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B5329-18E9-2481-972D-8E0E0388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4E89A-6DF2-F44C-3F75-149D60DE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72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D2D3-8099-0E12-DBA5-BCEE1F13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18BD5-ABA9-58A6-7C14-B1595ABA3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0EA60-F32D-BC1C-A572-39F83B21F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1ACB7-286B-1983-4449-D542F5EF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9F8A9-D784-A28C-C5D2-298F8055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B2977-065C-71BC-7845-AE95151E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464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5915-B313-A8EB-0B42-E22ED047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8F6BE-315B-490F-1B6E-CF550758D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DF7D-5026-608A-E9B1-1203EC41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771D9-1590-1312-707C-A4C9A34F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8A284-01BC-B726-3545-DF395763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236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A253A-312E-B852-64C8-35B604870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B002A-2C46-3A69-CDC0-7B4BCA1B9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F798C-25A8-D889-4E31-C2F8593B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03783-7A7F-B45B-DCCB-CBD2670F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A14CD-D380-D359-4CC3-AC86E30C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917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C2971-9152-6893-D66F-03BF953D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693A-2DB7-90ED-D231-D6572539C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D2189-4B2E-98A4-3098-132DF972D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0A777-56F5-46D1-B9B3-03EDA2E94627}" type="datetimeFigureOut">
              <a:rPr lang="en-NL" smtClean="0"/>
              <a:t>13/10/2026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B6ADF-352D-72BE-D8FA-64448E65E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A7776-40AE-6EC0-B601-85442A1FD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678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F6D9-0974-321C-0A57-B02EFDEF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 mutualism</a:t>
            </a:r>
            <a:endParaRPr lang="en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069A59-F7EA-3FB0-452D-26EB8369B4ED}"/>
              </a:ext>
            </a:extLst>
          </p:cNvPr>
          <p:cNvSpPr/>
          <p:nvPr/>
        </p:nvSpPr>
        <p:spPr>
          <a:xfrm>
            <a:off x="838200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5CD892-C9F7-A375-CB68-D31CA455E0D5}"/>
              </a:ext>
            </a:extLst>
          </p:cNvPr>
          <p:cNvSpPr/>
          <p:nvPr/>
        </p:nvSpPr>
        <p:spPr>
          <a:xfrm>
            <a:off x="2331722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42C30D-2153-586E-9F08-F1C4FBFCC750}"/>
              </a:ext>
            </a:extLst>
          </p:cNvPr>
          <p:cNvSpPr/>
          <p:nvPr/>
        </p:nvSpPr>
        <p:spPr>
          <a:xfrm>
            <a:off x="4764024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D3F501-D26F-AA3F-25E0-C58AA4A1A2AA}"/>
              </a:ext>
            </a:extLst>
          </p:cNvPr>
          <p:cNvSpPr/>
          <p:nvPr/>
        </p:nvSpPr>
        <p:spPr>
          <a:xfrm>
            <a:off x="6257546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80F33E-1B39-D207-DE19-BB34A3B9D78D}"/>
              </a:ext>
            </a:extLst>
          </p:cNvPr>
          <p:cNvSpPr/>
          <p:nvPr/>
        </p:nvSpPr>
        <p:spPr>
          <a:xfrm>
            <a:off x="8689848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5A8EE7-59FE-12EB-52FD-6EDCDC509081}"/>
              </a:ext>
            </a:extLst>
          </p:cNvPr>
          <p:cNvSpPr/>
          <p:nvPr/>
        </p:nvSpPr>
        <p:spPr>
          <a:xfrm>
            <a:off x="10183368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C1855-03B2-B71F-3D27-05D637B8C40C}"/>
              </a:ext>
            </a:extLst>
          </p:cNvPr>
          <p:cNvSpPr txBox="1"/>
          <p:nvPr/>
        </p:nvSpPr>
        <p:spPr>
          <a:xfrm>
            <a:off x="731520" y="2474452"/>
            <a:ext cx="138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1B2AE-B44F-6995-D976-C7DEA9A0F678}"/>
                  </a:ext>
                </a:extLst>
              </p:cNvPr>
              <p:cNvSpPr txBox="1"/>
              <p:nvPr/>
            </p:nvSpPr>
            <p:spPr>
              <a:xfrm>
                <a:off x="1302005" y="3290500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1B2AE-B44F-6995-D976-C7DEA9A0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005" y="3290500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C8555-400B-5985-2C73-072AF60FAF75}"/>
                  </a:ext>
                </a:extLst>
              </p:cNvPr>
              <p:cNvSpPr txBox="1"/>
              <p:nvPr/>
            </p:nvSpPr>
            <p:spPr>
              <a:xfrm>
                <a:off x="2795527" y="3290500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C8555-400B-5985-2C73-072AF60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527" y="3290500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1BA2AA-B74C-397B-5221-8BE9432B33D3}"/>
                  </a:ext>
                </a:extLst>
              </p:cNvPr>
              <p:cNvSpPr txBox="1"/>
              <p:nvPr/>
            </p:nvSpPr>
            <p:spPr>
              <a:xfrm>
                <a:off x="5227829" y="3290499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1BA2AA-B74C-397B-5221-8BE9432B3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829" y="3290499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B20DE6-A16D-A72C-1E83-4136F7B4C1E8}"/>
                  </a:ext>
                </a:extLst>
              </p:cNvPr>
              <p:cNvSpPr txBox="1"/>
              <p:nvPr/>
            </p:nvSpPr>
            <p:spPr>
              <a:xfrm>
                <a:off x="6721351" y="3290499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B20DE6-A16D-A72C-1E83-4136F7B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351" y="3290499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7A85CC-3629-3C94-B4B2-5F24BC39B302}"/>
                  </a:ext>
                </a:extLst>
              </p:cNvPr>
              <p:cNvSpPr txBox="1"/>
              <p:nvPr/>
            </p:nvSpPr>
            <p:spPr>
              <a:xfrm>
                <a:off x="9153653" y="3290498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7A85CC-3629-3C94-B4B2-5F24BC39B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653" y="3290498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4E9B26-A90B-65E1-5AB1-9DA00960BD93}"/>
                  </a:ext>
                </a:extLst>
              </p:cNvPr>
              <p:cNvSpPr txBox="1"/>
              <p:nvPr/>
            </p:nvSpPr>
            <p:spPr>
              <a:xfrm>
                <a:off x="10647173" y="3290498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4E9B26-A90B-65E1-5AB1-9DA00960B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173" y="3290498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C266470-DE8A-246B-3B0D-3D634E3B9436}"/>
              </a:ext>
            </a:extLst>
          </p:cNvPr>
          <p:cNvSpPr txBox="1"/>
          <p:nvPr/>
        </p:nvSpPr>
        <p:spPr>
          <a:xfrm>
            <a:off x="2193665" y="2197448"/>
            <a:ext cx="143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Startle response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64336F-18AC-DA98-7766-C7911C222509}"/>
              </a:ext>
            </a:extLst>
          </p:cNvPr>
          <p:cNvCxnSpPr>
            <a:stCxn id="3" idx="7"/>
            <a:endCxn id="5" idx="1"/>
          </p:cNvCxnSpPr>
          <p:nvPr/>
        </p:nvCxnSpPr>
        <p:spPr>
          <a:xfrm>
            <a:off x="1837226" y="3015190"/>
            <a:ext cx="66590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C09C05-BF04-A66E-2E58-9D1E510A23AD}"/>
              </a:ext>
            </a:extLst>
          </p:cNvPr>
          <p:cNvCxnSpPr>
            <a:stCxn id="5" idx="3"/>
            <a:endCxn id="3" idx="5"/>
          </p:cNvCxnSpPr>
          <p:nvPr/>
        </p:nvCxnSpPr>
        <p:spPr>
          <a:xfrm flipH="1">
            <a:off x="1837226" y="3842810"/>
            <a:ext cx="66590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935908-D5A8-512D-FC56-CF4C1A27033B}"/>
              </a:ext>
            </a:extLst>
          </p:cNvPr>
          <p:cNvSpPr txBox="1"/>
          <p:nvPr/>
        </p:nvSpPr>
        <p:spPr>
          <a:xfrm>
            <a:off x="8607552" y="2197448"/>
            <a:ext cx="1335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Verbal intelligence</a:t>
            </a:r>
            <a:endParaRPr lang="en-NL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AF9ECA-74C1-7651-33F9-5AC8D2348D01}"/>
              </a:ext>
            </a:extLst>
          </p:cNvPr>
          <p:cNvSpPr txBox="1"/>
          <p:nvPr/>
        </p:nvSpPr>
        <p:spPr>
          <a:xfrm>
            <a:off x="10020929" y="1920449"/>
            <a:ext cx="1494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Verbal intelligence +1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91EC73-CD99-EA07-E875-FA46FC58ADA9}"/>
              </a:ext>
            </a:extLst>
          </p:cNvPr>
          <p:cNvSpPr txBox="1"/>
          <p:nvPr/>
        </p:nvSpPr>
        <p:spPr>
          <a:xfrm>
            <a:off x="4681728" y="2197448"/>
            <a:ext cx="1335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Verbal intelligence</a:t>
            </a:r>
            <a:endParaRPr lang="en-NL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6F55B7-FC43-0423-1C81-1A681FCED321}"/>
              </a:ext>
            </a:extLst>
          </p:cNvPr>
          <p:cNvSpPr txBox="1"/>
          <p:nvPr/>
        </p:nvSpPr>
        <p:spPr>
          <a:xfrm>
            <a:off x="6278121" y="2480024"/>
            <a:ext cx="113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Creativity</a:t>
            </a:r>
            <a:endParaRPr lang="en-NL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DA67B62-9AC0-34C0-1735-DD0FBAAC3BBC}"/>
              </a:ext>
            </a:extLst>
          </p:cNvPr>
          <p:cNvSpPr/>
          <p:nvPr/>
        </p:nvSpPr>
        <p:spPr>
          <a:xfrm>
            <a:off x="5349240" y="4294632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8AF4544-00EF-8145-D258-59B1DA527A8D}"/>
              </a:ext>
            </a:extLst>
          </p:cNvPr>
          <p:cNvSpPr/>
          <p:nvPr/>
        </p:nvSpPr>
        <p:spPr>
          <a:xfrm>
            <a:off x="5671689" y="4294632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A3DFC8-37F3-63C6-6BEB-E1D2A49837D9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5934456" y="4014216"/>
            <a:ext cx="161544" cy="280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63F6DC-D90C-2A84-EFB3-1B3F1C893B9B}"/>
              </a:ext>
            </a:extLst>
          </p:cNvPr>
          <p:cNvCxnSpPr>
            <a:stCxn id="43" idx="0"/>
          </p:cNvCxnSpPr>
          <p:nvPr/>
        </p:nvCxnSpPr>
        <p:spPr>
          <a:xfrm flipH="1" flipV="1">
            <a:off x="6096000" y="4014216"/>
            <a:ext cx="160905" cy="280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19DF783-7263-7DBB-8F5C-1380E4542F0D}"/>
              </a:ext>
            </a:extLst>
          </p:cNvPr>
          <p:cNvCxnSpPr>
            <a:cxnSpLocks/>
            <a:endCxn id="43" idx="4"/>
          </p:cNvCxnSpPr>
          <p:nvPr/>
        </p:nvCxnSpPr>
        <p:spPr>
          <a:xfrm flipV="1">
            <a:off x="6096000" y="5465064"/>
            <a:ext cx="160905" cy="280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B5BED08-000B-58E4-A192-EFF3F3ABDACF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5934456" y="5465064"/>
            <a:ext cx="161544" cy="280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7A977AC-A227-5B26-CCBC-5E2420F93265}"/>
                  </a:ext>
                </a:extLst>
              </p:cNvPr>
              <p:cNvSpPr txBox="1"/>
              <p:nvPr/>
            </p:nvSpPr>
            <p:spPr>
              <a:xfrm>
                <a:off x="6136134" y="4730191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7A977AC-A227-5B26-CCBC-5E2420F93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34" y="4730191"/>
                <a:ext cx="241541" cy="299313"/>
              </a:xfrm>
              <a:prstGeom prst="rect">
                <a:avLst/>
              </a:prstGeom>
              <a:blipFill>
                <a:blip r:embed="rId4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96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0612 0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 L -0.06132 0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0612 0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21" grpId="0"/>
      <p:bldP spid="23" grpId="0"/>
      <p:bldP spid="25" grpId="0"/>
      <p:bldP spid="25" grpId="1"/>
      <p:bldP spid="25" grpId="2"/>
      <p:bldP spid="27" grpId="0"/>
      <p:bldP spid="40" grpId="0"/>
      <p:bldP spid="41" grpId="0"/>
      <p:bldP spid="42" grpId="0" animBg="1"/>
      <p:bldP spid="43" grpId="0" animBg="1"/>
      <p:bldP spid="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B7DF8-7082-61C7-68CC-F48DBC636DA5}"/>
                  </a:ext>
                </a:extLst>
              </p:cNvPr>
              <p:cNvSpPr txBox="1"/>
              <p:nvPr/>
            </p:nvSpPr>
            <p:spPr>
              <a:xfrm>
                <a:off x="766272" y="406769"/>
                <a:ext cx="5566972" cy="563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B7DF8-7082-61C7-68CC-F48DBC636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72" y="406769"/>
                <a:ext cx="5566972" cy="5633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AEFA29-6CAC-DEE8-EC31-5710F15F3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171451"/>
              </p:ext>
            </p:extLst>
          </p:nvPr>
        </p:nvGraphicFramePr>
        <p:xfrm>
          <a:off x="3985931" y="2240372"/>
          <a:ext cx="1680464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0464">
                  <a:extLst>
                    <a:ext uri="{9D8B030D-6E8A-4147-A177-3AD203B41FA5}">
                      <a16:colId xmlns:a16="http://schemas.microsoft.com/office/drawing/2014/main" val="1791655310"/>
                    </a:ext>
                  </a:extLst>
                </a:gridCol>
              </a:tblGrid>
              <a:tr h="360910">
                <a:tc>
                  <a:txBody>
                    <a:bodyPr/>
                    <a:lstStyle/>
                    <a:p>
                      <a:r>
                        <a:rPr lang="en-US" dirty="0"/>
                        <a:t>rnorm(N, 10, 2) </a:t>
                      </a:r>
                      <a:endParaRPr lang="en-NL" dirty="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938349"/>
                  </a:ext>
                </a:extLst>
              </a:tr>
              <a:tr h="3380413"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11.471514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11.154167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10.760457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7.150420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12.032110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14.781509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12.037006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8.388079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9.424207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10.897638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8.450678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13.163547</a:t>
                      </a:r>
                      <a:endParaRPr lang="en-NL" sz="1000" b="0" i="0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34170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DA02D58-A57B-77D4-548D-880B94427D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7670195"/>
                  </p:ext>
                </p:extLst>
              </p:nvPr>
            </p:nvGraphicFramePr>
            <p:xfrm>
              <a:off x="766272" y="2240372"/>
              <a:ext cx="1680464" cy="3749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80464">
                      <a:extLst>
                        <a:ext uri="{9D8B030D-6E8A-4147-A177-3AD203B41FA5}">
                          <a16:colId xmlns:a16="http://schemas.microsoft.com/office/drawing/2014/main" val="1791655310"/>
                        </a:ext>
                      </a:extLst>
                    </a:gridCol>
                  </a:tblGrid>
                  <a:tr h="3609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NL" dirty="0"/>
                        </a:p>
                      </a:txBody>
                      <a:tcP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8938349"/>
                      </a:ext>
                    </a:extLst>
                  </a:tr>
                  <a:tr h="33804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10.972901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10.845963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10.688479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9.244464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11.448470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12.548230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11.450429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9.990858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10.206460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10.795833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9.817049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11.702196</a:t>
                          </a:r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934170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DA02D58-A57B-77D4-548D-880B94427D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7670195"/>
                  </p:ext>
                </p:extLst>
              </p:nvPr>
            </p:nvGraphicFramePr>
            <p:xfrm>
              <a:off x="766272" y="2240372"/>
              <a:ext cx="1680464" cy="3749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80464">
                      <a:extLst>
                        <a:ext uri="{9D8B030D-6E8A-4147-A177-3AD203B41FA5}">
                          <a16:colId xmlns:a16="http://schemas.microsoft.com/office/drawing/2014/main" val="179165531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r="-361" b="-9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38349"/>
                      </a:ext>
                    </a:extLst>
                  </a:tr>
                  <a:tr h="3383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10.972901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10.845963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10.688479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9.244464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11.448470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12.548230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11.450429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9.990858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10.206460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10.795833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9.817049</a:t>
                          </a:r>
                        </a:p>
                        <a:p>
                          <a:pPr algn="ctr" latinLnBrk="1"/>
                          <a:r>
                            <a:rPr lang="en-NL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11.702196</a:t>
                          </a:r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934170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8B5EB2-C994-553E-95C8-3BB02A95D944}"/>
              </a:ext>
            </a:extLst>
          </p:cNvPr>
          <p:cNvCxnSpPr>
            <a:cxnSpLocks/>
          </p:cNvCxnSpPr>
          <p:nvPr/>
        </p:nvCxnSpPr>
        <p:spPr>
          <a:xfrm flipH="1">
            <a:off x="2446736" y="2789012"/>
            <a:ext cx="1764700" cy="0"/>
          </a:xfrm>
          <a:prstGeom prst="straightConnector1">
            <a:avLst/>
          </a:prstGeom>
          <a:ln w="508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58B072-472E-021F-E61B-EFFA7791687F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4400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3D526A-3452-D8E6-6830-1A2F026AADD2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425765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999F8E-AC85-64F6-3132-81D2B41844A3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715786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0CEBA1-F541-8807-B79D-EAB0AE1538BA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967384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EE0504-93C9-BFFA-4831-E0BAB66E6DE0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215718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C9BA3E-503D-B4BA-3862-424EA5CF5A47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466148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094D9A-5652-88D0-0360-A1DF5ADAB6A9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1800000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433357-1A9A-F930-1CAB-FAAF80BBC09D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2057275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397B88-CD37-60B6-C51A-69597402D0F7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2360891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BAF306-6BC3-AEF7-0D3B-F683FD178E75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47160"/>
            <a:ext cx="1764700" cy="2537393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FFC554-2C1B-1D9D-6AFC-A2FFA6D906C9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2868891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ED7213-FC26-3944-06FE-91B9071DAF7D}"/>
                  </a:ext>
                </a:extLst>
              </p:cNvPr>
              <p:cNvSpPr txBox="1"/>
              <p:nvPr/>
            </p:nvSpPr>
            <p:spPr>
              <a:xfrm>
                <a:off x="766272" y="1199747"/>
                <a:ext cx="1012693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ED7213-FC26-3944-06FE-91B9071DA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72" y="1199747"/>
                <a:ext cx="10126938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B844CA-5BE7-2A7E-C000-0314AEF84129}"/>
                  </a:ext>
                </a:extLst>
              </p:cNvPr>
              <p:cNvSpPr txBox="1"/>
              <p:nvPr/>
            </p:nvSpPr>
            <p:spPr>
              <a:xfrm>
                <a:off x="6525607" y="1792917"/>
                <a:ext cx="278954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B844CA-5BE7-2A7E-C000-0314AEF8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607" y="1792917"/>
                <a:ext cx="2789546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082CFD7C-8995-CB64-C5CB-EBF1505114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925" y="1131637"/>
            <a:ext cx="6812288" cy="6812288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5D9CF76-D54C-2925-A296-FBF50FCAE42F}"/>
              </a:ext>
            </a:extLst>
          </p:cNvPr>
          <p:cNvCxnSpPr/>
          <p:nvPr/>
        </p:nvCxnSpPr>
        <p:spPr>
          <a:xfrm flipH="1">
            <a:off x="7321550" y="2406650"/>
            <a:ext cx="158750" cy="1301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5FBE513-00C5-B567-D831-82B680D1ADEB}"/>
              </a:ext>
            </a:extLst>
          </p:cNvPr>
          <p:cNvCxnSpPr/>
          <p:nvPr/>
        </p:nvCxnSpPr>
        <p:spPr>
          <a:xfrm flipH="1">
            <a:off x="7874000" y="2387600"/>
            <a:ext cx="412750" cy="1339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BEC9E3-D98C-2BAC-5BA0-C9173A400649}"/>
              </a:ext>
            </a:extLst>
          </p:cNvPr>
          <p:cNvCxnSpPr/>
          <p:nvPr/>
        </p:nvCxnSpPr>
        <p:spPr>
          <a:xfrm flipH="1">
            <a:off x="8394700" y="2362200"/>
            <a:ext cx="755650" cy="143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AF4F7-51EB-9310-3FED-8A29E2F08DC9}"/>
                  </a:ext>
                </a:extLst>
              </p:cNvPr>
              <p:cNvSpPr txBox="1"/>
              <p:nvPr/>
            </p:nvSpPr>
            <p:spPr>
              <a:xfrm>
                <a:off x="6499371" y="3811253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AF4F7-51EB-9310-3FED-8A29E2F08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371" y="3811253"/>
                <a:ext cx="242822" cy="276999"/>
              </a:xfrm>
              <a:prstGeom prst="rect">
                <a:avLst/>
              </a:prstGeom>
              <a:blipFill>
                <a:blip r:embed="rId7"/>
                <a:stretch>
                  <a:fillRect l="-22500" r="-7500" b="-1521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A5E5F0B5-62EA-0421-7CFD-AB6E9EA2968A}"/>
              </a:ext>
            </a:extLst>
          </p:cNvPr>
          <p:cNvSpPr/>
          <p:nvPr/>
        </p:nvSpPr>
        <p:spPr>
          <a:xfrm>
            <a:off x="6769434" y="3771900"/>
            <a:ext cx="234442" cy="35570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164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2AE5CF-FC33-4D81-1437-B17EF7D83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556" y="0"/>
            <a:ext cx="2149444" cy="1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7F147-F806-293A-C672-566803545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798" y="-410423"/>
            <a:ext cx="2744047" cy="2744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99FDDA-508E-03B8-4DE7-BA783C8E3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343" y="-1"/>
            <a:ext cx="2857409" cy="2510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6330AB-E954-BEEF-0903-6CD48D219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49" y="0"/>
            <a:ext cx="2857410" cy="2510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9C4B4-4CBA-E399-FE7A-96EF8AF96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474" y="2552699"/>
            <a:ext cx="3793465" cy="2238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579ECA-4F21-5889-104D-537F7FEB6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358" y="2881210"/>
            <a:ext cx="2709696" cy="270969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522224-18F6-0688-1CD5-AED6BCAAFC42}"/>
              </a:ext>
            </a:extLst>
          </p:cNvPr>
          <p:cNvCxnSpPr>
            <a:cxnSpLocks/>
          </p:cNvCxnSpPr>
          <p:nvPr/>
        </p:nvCxnSpPr>
        <p:spPr>
          <a:xfrm>
            <a:off x="6154752" y="400050"/>
            <a:ext cx="0" cy="475297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108BB6C-482E-D477-5CF6-FA96B85D28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61" y="2586037"/>
            <a:ext cx="3727196" cy="1955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5B480A-69EF-1FE0-E215-CFB99CBA6B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7723" y="2881210"/>
            <a:ext cx="2707871" cy="270787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7843ED-7397-65A1-72D2-C519FE651450}"/>
              </a:ext>
            </a:extLst>
          </p:cNvPr>
          <p:cNvSpPr txBox="1"/>
          <p:nvPr/>
        </p:nvSpPr>
        <p:spPr>
          <a:xfrm>
            <a:off x="4235275" y="5589081"/>
            <a:ext cx="3838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Practical difference</a:t>
            </a:r>
            <a:endParaRPr lang="en-NL" sz="2400" i="1" dirty="0"/>
          </a:p>
        </p:txBody>
      </p:sp>
    </p:spTree>
    <p:extLst>
      <p:ext uri="{BB962C8B-B14F-4D97-AF65-F5344CB8AC3E}">
        <p14:creationId xmlns:p14="http://schemas.microsoft.com/office/powerpoint/2010/main" val="314080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121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Lucida Console</vt:lpstr>
      <vt:lpstr>Office Theme</vt:lpstr>
      <vt:lpstr>Limitation mutualism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Daan Vosters</dc:creator>
  <cp:lastModifiedBy>Daan Vosters</cp:lastModifiedBy>
  <cp:revision>3</cp:revision>
  <dcterms:created xsi:type="dcterms:W3CDTF">2026-10-13T10:10:54Z</dcterms:created>
  <dcterms:modified xsi:type="dcterms:W3CDTF">2026-10-13T16:09:24Z</dcterms:modified>
</cp:coreProperties>
</file>